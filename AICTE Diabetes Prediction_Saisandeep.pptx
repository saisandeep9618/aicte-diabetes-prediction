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5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80" r:id="rId10"/>
    <p:sldId id="577" r:id="rId11"/>
    <p:sldId id="579" r:id="rId12"/>
    <p:sldId id="578" r:id="rId13"/>
    <p:sldId id="536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C8D344-CD89-4E9F-AAA0-A78E94C21421}" v="2" dt="2026-02-21T13:18:45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66" d="100"/>
          <a:sy n="66" d="100"/>
        </p:scale>
        <p:origin x="644" y="44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xgboost.readthedocs.io/" TargetMode="External"/><Relationship Id="rId2" Type="http://schemas.openxmlformats.org/officeDocument/2006/relationships/hyperlink" Target="https://scikit-learn.org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saisandeep9618/AICTE-Diabetes-Prediction" TargetMode="External"/><Relationship Id="rId4" Type="http://schemas.openxmlformats.org/officeDocument/2006/relationships/hyperlink" Target="https://www.python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206342" y="934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</a:p>
          <a:p>
            <a:pPr algn="l"/>
            <a:endParaRPr lang="en-US" sz="5100" dirty="0">
              <a:latin typeface="Aptos"/>
            </a:endParaRPr>
          </a:p>
          <a:p>
            <a:pPr algn="l"/>
            <a:r>
              <a:rPr lang="en-US" sz="3500" b="1" dirty="0">
                <a:latin typeface="Aptos"/>
              </a:rPr>
              <a:t>Diabetes Prediction</a:t>
            </a:r>
            <a:endParaRPr lang="en-US" sz="35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7304" y="34731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IN" sz="1600" b="1" cap="all" dirty="0" err="1"/>
              <a:t>chavana</a:t>
            </a:r>
            <a:r>
              <a:rPr lang="en-IN" sz="1600" b="1" cap="all" dirty="0"/>
              <a:t> </a:t>
            </a:r>
            <a:r>
              <a:rPr lang="en-IN" sz="1600" b="1" cap="all" dirty="0" err="1"/>
              <a:t>saisandeep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IN" sz="1600" b="1" dirty="0"/>
              <a:t>KLH UNIVERSITY BOWRAMPET HYDERABAD</a:t>
            </a:r>
            <a:endParaRPr lang="en-US" sz="1600" b="1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CSE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en-US" sz="1600" b="1" dirty="0"/>
              <a:t>chavanachoudhary@gmail.com</a:t>
            </a:r>
            <a:endParaRPr lang="en-US" sz="1600" b="1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948953-306F-F01A-2F72-2F80CFC4C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598" y="0"/>
            <a:ext cx="6116779" cy="65096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cs typeface="Arial"/>
              </a:rPr>
              <a:t>OUTLINE: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Arial"/>
                <a:cs typeface="Arial"/>
              </a:rPr>
              <a:t>Problem Statement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Arial"/>
                <a:cs typeface="Arial"/>
              </a:rPr>
              <a:t>Proposed System/Solution</a:t>
            </a:r>
            <a:endParaRPr lang="en-US" sz="20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Arial"/>
                <a:cs typeface="Arial"/>
              </a:rPr>
              <a:t>System Development Approach </a:t>
            </a:r>
            <a:r>
              <a:rPr lang="en-US" sz="2000" dirty="0">
                <a:latin typeface="Arial"/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Arial"/>
                <a:cs typeface="Arial"/>
              </a:rPr>
              <a:t>Algorithm &amp; Deployment  </a:t>
            </a:r>
            <a:endParaRPr lang="en-US" sz="20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Arial"/>
                <a:cs typeface="Arial"/>
              </a:rPr>
              <a:t>Result (Output Image)</a:t>
            </a:r>
            <a:endParaRPr lang="en-US" sz="20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Arial"/>
                <a:cs typeface="Arial"/>
              </a:rPr>
              <a:t>Conclusion</a:t>
            </a:r>
            <a:endParaRPr lang="en-US" sz="20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Arial"/>
                <a:cs typeface="Arial"/>
              </a:rPr>
              <a:t>Future Scope</a:t>
            </a:r>
            <a:endParaRPr lang="en-US" sz="20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Arial"/>
                <a:cs typeface="Arial"/>
              </a:rPr>
              <a:t>References</a:t>
            </a:r>
            <a:endParaRPr lang="en-US" sz="2000" dirty="0">
              <a:latin typeface="Arial"/>
              <a:cs typeface="Arial"/>
            </a:endParaRPr>
          </a:p>
          <a:p>
            <a:endParaRPr lang="en-GB" sz="20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cs typeface="Arial"/>
              </a:rPr>
              <a:t>Problem Statement: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000" dirty="0"/>
              <a:t>With the increasing prevalence of lifestyle-related diseases, diabetes has become a major global health concern. Large volumes of medical data are generated daily through hospitals, diagnostic centers, and health monitoring systems. Managing and analyzing such medical data to identify high-risk patients has become increasingly challenging.</a:t>
            </a:r>
          </a:p>
          <a:p>
            <a:pPr algn="just"/>
            <a:r>
              <a:rPr lang="en-US" sz="2000" dirty="0"/>
              <a:t>Manually analyzing multiple medical parameters such as glucose levels, BMI, blood pressure, and age is time-consuming and may lead to delayed diagnosis or human error. As the number of patients continues to rise, traditional diagnostic methods alone may not be sufficient for early risk detection.</a:t>
            </a:r>
          </a:p>
          <a:p>
            <a:pPr algn="just"/>
            <a:r>
              <a:rPr lang="en-US" sz="2000" dirty="0"/>
              <a:t>Therefore, analyzing and accurately predicting diabetes risk using patient medical attributes remains a significant challenge in modern healthcare systems.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/>
              <a:t>The proposed system aims to automatically predict diabetes risk using Machine Learning techniques. The system analyzes patient medical attributes and classifies individuals as diabetic or non-diabetic based on learned patterns from historical health data.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• Data Collection: </a:t>
            </a:r>
            <a:r>
              <a:rPr lang="en-US" sz="2000" dirty="0"/>
              <a:t>Use the Pima Indians Diabetes dataset containing labeled patient medical records.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• Data Preprocessing: </a:t>
            </a:r>
            <a:r>
              <a:rPr lang="en-US" sz="2000" dirty="0"/>
              <a:t>Clean and prepare the dataset by handling invalid or zero values and standardizing feature scales.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• Feature Extraction: </a:t>
            </a:r>
            <a:r>
              <a:rPr lang="en-US" sz="2000" dirty="0"/>
              <a:t>Normalize numerical features using </a:t>
            </a:r>
            <a:r>
              <a:rPr lang="en-US" sz="2000" dirty="0" err="1"/>
              <a:t>StandardScaler</a:t>
            </a:r>
            <a:r>
              <a:rPr lang="en-US" sz="2000" dirty="0"/>
              <a:t> to improve model performance.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• Machine Learning Algorithm: </a:t>
            </a:r>
            <a:r>
              <a:rPr lang="en-US" sz="2000" dirty="0"/>
              <a:t>Implement advanced classification models such as Random Forest and </a:t>
            </a:r>
            <a:r>
              <a:rPr lang="en-US" sz="2000" dirty="0" err="1"/>
              <a:t>XGBoost</a:t>
            </a:r>
            <a:r>
              <a:rPr lang="en-US" sz="2000" dirty="0"/>
              <a:t>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• Model Evaluation: </a:t>
            </a:r>
            <a:r>
              <a:rPr lang="en-US" sz="2000" dirty="0"/>
              <a:t>Measure model performance using accuracy score, confusion matrix, classification report, ROC curve, and AUC score to ensure reliable predictions.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• Deployment: </a:t>
            </a:r>
            <a:r>
              <a:rPr lang="en-US" sz="2000" dirty="0"/>
              <a:t>Develop and execute the model in Google </a:t>
            </a:r>
            <a:r>
              <a:rPr lang="en-US" sz="2000" dirty="0" err="1"/>
              <a:t>Colab</a:t>
            </a:r>
            <a:r>
              <a:rPr lang="en-US" sz="2000" dirty="0"/>
              <a:t>. Enable prediction for new patient medical inputs to demonstrate real-world applicability.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09" y="1225728"/>
            <a:ext cx="10515600" cy="425196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buNone/>
            </a:pPr>
            <a:r>
              <a:rPr lang="en-US" sz="2000" dirty="0"/>
              <a:t>The system development approach describes the overall methodology used to design and implement the diabetes prediction model. </a:t>
            </a:r>
          </a:p>
          <a:p>
            <a:pPr marL="0" indent="0">
              <a:buNone/>
            </a:pPr>
            <a:r>
              <a:rPr lang="en-IN" sz="2000" b="1" dirty="0"/>
              <a:t>• System Requirements:</a:t>
            </a:r>
          </a:p>
          <a:p>
            <a:pPr marL="0" indent="0">
              <a:buNone/>
            </a:pPr>
            <a:r>
              <a:rPr lang="en-US" sz="2000" dirty="0"/>
              <a:t>Google </a:t>
            </a:r>
            <a:r>
              <a:rPr lang="en-US" sz="2000" dirty="0" err="1"/>
              <a:t>Colab</a:t>
            </a:r>
            <a:r>
              <a:rPr lang="en-US" sz="2000" dirty="0"/>
              <a:t> environment for development and execution.</a:t>
            </a:r>
            <a:br>
              <a:rPr lang="en-US" sz="2000" dirty="0"/>
            </a:br>
            <a:r>
              <a:rPr lang="en-US" sz="2000" dirty="0"/>
              <a:t>Python programming language.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• Libraries Required:</a:t>
            </a:r>
          </a:p>
          <a:p>
            <a:pPr marL="0" indent="0">
              <a:buNone/>
            </a:pPr>
            <a:r>
              <a:rPr lang="en-US" sz="2000" dirty="0"/>
              <a:t>Pandas and NumPy for data handling and preprocessing.</a:t>
            </a:r>
            <a:br>
              <a:rPr lang="en-US" sz="2000" dirty="0"/>
            </a:br>
            <a:r>
              <a:rPr lang="en-US" sz="2000" dirty="0"/>
              <a:t>Scikit-learn for model building and evaluation.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• Development Process:</a:t>
            </a:r>
          </a:p>
          <a:p>
            <a:pPr marL="0" indent="0">
              <a:buNone/>
            </a:pPr>
            <a:r>
              <a:rPr lang="en-US" sz="2000" dirty="0"/>
              <a:t>Clean and preprocess the medical dataset by handling invalid values.</a:t>
            </a:r>
            <a:br>
              <a:rPr lang="en-US" sz="2000" dirty="0"/>
            </a:br>
            <a:r>
              <a:rPr lang="en-US" sz="2000" dirty="0"/>
              <a:t>Split the dataset into training and testing sets (80% - 20%).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• Model Implementation:</a:t>
            </a:r>
          </a:p>
          <a:p>
            <a:pPr marL="0" indent="0" algn="just">
              <a:buNone/>
            </a:pPr>
            <a:r>
              <a:rPr lang="en-US" sz="2000" dirty="0"/>
              <a:t>Train advanced classification models such as Random Forest and </a:t>
            </a:r>
            <a:r>
              <a:rPr lang="en-US" sz="2000" dirty="0" err="1"/>
              <a:t>XGBoost</a:t>
            </a:r>
            <a:r>
              <a:rPr lang="en-US" sz="2000" dirty="0"/>
              <a:t> on the training data.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1218410"/>
            <a:ext cx="10515600" cy="425196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2000" b="1" dirty="0"/>
              <a:t>• Algorithm Selection:</a:t>
            </a:r>
          </a:p>
          <a:p>
            <a:pPr marL="0" indent="0" algn="just">
              <a:buNone/>
            </a:pPr>
            <a:r>
              <a:rPr lang="en-US" sz="2000" dirty="0"/>
              <a:t>Random Forest and </a:t>
            </a:r>
            <a:r>
              <a:rPr lang="en-US" sz="2000" dirty="0" err="1"/>
              <a:t>XGBoost</a:t>
            </a:r>
            <a:r>
              <a:rPr lang="en-US" sz="2000" dirty="0"/>
              <a:t> are used for binary classification to predict diabetes based on medical attributes. </a:t>
            </a:r>
          </a:p>
          <a:p>
            <a:pPr marL="0" indent="0">
              <a:buNone/>
            </a:pPr>
            <a:r>
              <a:rPr lang="en-US" sz="2000" b="1" dirty="0"/>
              <a:t>• Data Input:</a:t>
            </a:r>
          </a:p>
          <a:p>
            <a:pPr marL="0" indent="0" algn="just">
              <a:buNone/>
            </a:pPr>
            <a:r>
              <a:rPr lang="en-US" sz="2000" dirty="0"/>
              <a:t>Patient medical parameters are used as input. The models are trained on 80% of the dataset to learn patterns.</a:t>
            </a:r>
          </a:p>
          <a:p>
            <a:pPr marL="0" indent="0">
              <a:buNone/>
            </a:pPr>
            <a:r>
              <a:rPr lang="en-US" sz="2000" b="1" dirty="0"/>
              <a:t>• Training Process:</a:t>
            </a:r>
          </a:p>
          <a:p>
            <a:pPr marL="0" indent="0">
              <a:buNone/>
            </a:pPr>
            <a:r>
              <a:rPr lang="en-US" sz="2000" dirty="0"/>
              <a:t>The models are trained using 80% of the dataset.</a:t>
            </a:r>
            <a:br>
              <a:rPr lang="en-US" sz="2000" dirty="0"/>
            </a:br>
            <a:r>
              <a:rPr lang="en-US" sz="2000" dirty="0"/>
              <a:t>They learn patterns and relationships between medical features and the diabetes outcome. </a:t>
            </a:r>
          </a:p>
          <a:p>
            <a:pPr marL="0" indent="0">
              <a:buNone/>
            </a:pPr>
            <a:r>
              <a:rPr lang="en-US" sz="2000" b="1" dirty="0"/>
              <a:t>• Prediction Process:</a:t>
            </a:r>
          </a:p>
          <a:p>
            <a:pPr marL="0" indent="0">
              <a:buNone/>
            </a:pPr>
            <a:r>
              <a:rPr lang="en-US" sz="2000" dirty="0"/>
              <a:t>The trained model predicts diabetes status for test data and new patient inputs. </a:t>
            </a:r>
          </a:p>
          <a:p>
            <a:pPr marL="0" indent="0">
              <a:buNone/>
            </a:pPr>
            <a:r>
              <a:rPr lang="en-US" sz="2000" b="1" dirty="0"/>
              <a:t>• Deployment:</a:t>
            </a:r>
          </a:p>
          <a:p>
            <a:r>
              <a:rPr lang="en-US" sz="2000" dirty="0"/>
              <a:t>The system is implemented and executed in Google </a:t>
            </a:r>
            <a:r>
              <a:rPr lang="en-US" sz="2000" dirty="0" err="1"/>
              <a:t>Colab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Web deployment is optional and not mandatory for this project.</a:t>
            </a: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380" y="119221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000" dirty="0"/>
              <a:t>The </a:t>
            </a:r>
            <a:r>
              <a:rPr lang="en-US" sz="2000" dirty="0" err="1"/>
              <a:t>XGBoost</a:t>
            </a:r>
            <a:r>
              <a:rPr lang="en-US" sz="2000" dirty="0"/>
              <a:t> model achieved an accuracy of </a:t>
            </a:r>
            <a:r>
              <a:rPr lang="en-US" sz="2000" b="1" dirty="0"/>
              <a:t>90%</a:t>
            </a:r>
            <a:r>
              <a:rPr lang="en-US" sz="2000" dirty="0"/>
              <a:t> on the test dataset. This indicates strong performance in accurately classifying diabetic and non-diabetic patients.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A88564-5664-E842-9992-FDA8A8CAE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7780"/>
            <a:ext cx="4775198" cy="25547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AF6C74-7F23-D9DB-59B3-144EDFE69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78" y="2535683"/>
            <a:ext cx="6176628" cy="25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ACC76-9FB9-1A35-69E8-19DDF06C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47B5-CD21-A5B3-2CAC-0422C376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cs typeface="Arial"/>
              </a:rPr>
              <a:t>Result:</a:t>
            </a:r>
            <a:endParaRPr lang="en-US" sz="40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A9E17D5-DB7A-772E-9CD5-427138DA0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636" y="1584325"/>
            <a:ext cx="5906603" cy="4251325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B870FC-30B5-256C-186B-A877838E4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" y="1402882"/>
            <a:ext cx="3817376" cy="40522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B9CA78-8B87-8FB8-D9EA-EE6A56427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760" y="1266031"/>
            <a:ext cx="3576817" cy="33808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829627-52DA-B06E-6920-1A3BE330AF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829" y="1266031"/>
            <a:ext cx="5242015" cy="376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72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000" dirty="0"/>
              <a:t>The project successfully developed a machine learning-based diabetes prediction system capable of analyzing patient medical attributes and accurately classifying individuals as diabetic or non-diabetic. The </a:t>
            </a:r>
            <a:r>
              <a:rPr lang="en-US" sz="2000" dirty="0" err="1"/>
              <a:t>XGBoost</a:t>
            </a:r>
            <a:r>
              <a:rPr lang="en-US" sz="2000" dirty="0"/>
              <a:t> model achieved an accuracy of </a:t>
            </a:r>
            <a:r>
              <a:rPr lang="en-US" sz="2000" b="1" dirty="0"/>
              <a:t>90%</a:t>
            </a:r>
            <a:r>
              <a:rPr lang="en-US" sz="2000" dirty="0"/>
              <a:t>, demonstrating strong predictive performance.</a:t>
            </a:r>
          </a:p>
          <a:p>
            <a:pPr algn="just"/>
            <a:r>
              <a:rPr lang="en-US" sz="2000" dirty="0"/>
              <a:t>The implementation shows that machine learning can support early detection of diabetes risk and assist healthcare professionals in decision-making. This approach highlights the practical application of advanced algorithms in real-world medical prediction tasks.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043" y="1854162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dirty="0"/>
              <a:t>Improve prediction accuracy using advanced deep learning models such as Artificial Neural Networks (ANN) or Deep Neural Networks (DNN).</a:t>
            </a:r>
          </a:p>
          <a:p>
            <a:pPr algn="just"/>
            <a:r>
              <a:rPr lang="en-US" sz="2400" dirty="0"/>
              <a:t>Integrate the system into a web or mobile application for real-time diabetes risk assessment.</a:t>
            </a:r>
          </a:p>
          <a:p>
            <a:pPr algn="just"/>
            <a:r>
              <a:rPr lang="en-US" sz="2400" dirty="0"/>
              <a:t>Use larger and more diverse healthcare datasets to enhance model generalization.</a:t>
            </a:r>
          </a:p>
          <a:p>
            <a:pPr algn="just"/>
            <a:r>
              <a:rPr lang="en-US" sz="2400" dirty="0"/>
              <a:t>Incorporate real-time health monitoring data from wearable devices.</a:t>
            </a:r>
          </a:p>
          <a:p>
            <a:pPr algn="just"/>
            <a:r>
              <a:rPr lang="en-US" sz="2400" dirty="0"/>
              <a:t>Implement continuous model improvement by retraining with new patient data.</a:t>
            </a: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000" dirty="0"/>
              <a:t>Scikit-learn Official Documentation – </a:t>
            </a:r>
            <a:r>
              <a:rPr lang="en-IN" sz="2000" dirty="0">
                <a:hlinkClick r:id="rId2"/>
              </a:rPr>
              <a:t>https://scikit-learn.org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• </a:t>
            </a:r>
            <a:r>
              <a:rPr lang="en-IN" sz="2000" dirty="0" err="1"/>
              <a:t>XGBoost</a:t>
            </a:r>
            <a:r>
              <a:rPr lang="en-IN" sz="2000" dirty="0"/>
              <a:t> Official Documentation – </a:t>
            </a:r>
            <a:r>
              <a:rPr lang="en-IN" sz="2000" dirty="0">
                <a:hlinkClick r:id="rId3"/>
              </a:rPr>
              <a:t>https://xgboost.readthedocs.io</a:t>
            </a:r>
            <a:endParaRPr lang="en-US" sz="2000" dirty="0"/>
          </a:p>
          <a:p>
            <a:r>
              <a:rPr lang="en-US" sz="2000" dirty="0"/>
              <a:t>Python Official Documentation – </a:t>
            </a:r>
            <a:r>
              <a:rPr lang="en-US" sz="2000" dirty="0">
                <a:hlinkClick r:id="rId4"/>
              </a:rPr>
              <a:t>https://www.python.org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Pima Indians Diabetes Dataset – UCI Machine Learning Repository</a:t>
            </a:r>
            <a:br>
              <a:rPr lang="en-US" sz="2000" dirty="0"/>
            </a:br>
            <a:r>
              <a:rPr lang="en-US" sz="2000" dirty="0"/>
              <a:t>• Research articles on Diabetes Prediction and Machine Learning</a:t>
            </a: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GitHub Link: </a:t>
            </a:r>
            <a:r>
              <a:rPr lang="en-IN" sz="2200" dirty="0">
                <a:latin typeface="Franklin Gothic Book"/>
                <a:hlinkClick r:id="rId5"/>
              </a:rPr>
              <a:t>https://github.com/saisandeep9618/AICTE-Diabetes-Prediction</a:t>
            </a: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819</Words>
  <Application>Microsoft Office PowerPoint</Application>
  <PresentationFormat>Widescreen</PresentationFormat>
  <Paragraphs>71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JEEVANA CHOUDARY</cp:lastModifiedBy>
  <cp:revision>104</cp:revision>
  <dcterms:created xsi:type="dcterms:W3CDTF">2024-05-21T11:55:07Z</dcterms:created>
  <dcterms:modified xsi:type="dcterms:W3CDTF">2026-02-22T14:29:41Z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